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8A0-4866-BAB0-F9CB12351D7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8A0-4866-BAB0-F9CB12351D7D}"/>
              </c:ext>
            </c:extLst>
          </c:dPt>
          <c:cat>
            <c:strRef>
              <c:f>Sheet1!$A$2:$A$3</c:f>
              <c:strCache>
                <c:ptCount val="2"/>
                <c:pt idx="0">
                  <c:v>Stay (85.5%)</c:v>
                </c:pt>
                <c:pt idx="1">
                  <c:v>Churn (14.5%)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85.5</c:v>
                </c:pt>
                <c:pt idx="1">
                  <c:v>14.5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8A0-4866-BAB0-F9CB12351D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Total Charge</c:v>
                </c:pt>
                <c:pt idx="1">
                  <c:v>Service Calls</c:v>
                </c:pt>
                <c:pt idx="2">
                  <c:v>Total Minutes</c:v>
                </c:pt>
                <c:pt idx="3">
                  <c:v>Day Ratio</c:v>
                </c:pt>
                <c:pt idx="4">
                  <c:v>Call Duration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24.8</c:v>
                </c:pt>
                <c:pt idx="1">
                  <c:v>13.6</c:v>
                </c:pt>
                <c:pt idx="2">
                  <c:v>11.8</c:v>
                </c:pt>
                <c:pt idx="3">
                  <c:v>7.3</c:v>
                </c:pt>
                <c:pt idx="4">
                  <c:v>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E5-4686-9532-70798A15C2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877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846452-BD7A-BD9B-B0AD-6A113FBF01A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9445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M-KOPA General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SyriaTel Customer Churn Prediction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8FAFC"/>
                </a:solidFill>
              </a:rPr>
              <a:t>Leveraging Machine Learning to Reduce Customer Attrition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</a:rPr>
              <a:t>Presented by: Angela Mukami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</a:rPr>
              <a:t>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Executive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📉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66420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SyriaTel is losing customers to churn, impacting revenue and growth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28016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Solution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57860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Developed machine learning model that predicts churn with 98% accuracy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28016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Impact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49300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Identifies 57 at-risk customers per month with only 1 false alarm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28016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Result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40740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Enables proactive retention, protecting $17K-$72K in annual revenue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Understanding the Challenge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54788" y="961949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What is Customer Churn?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54788" y="13167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When customers stop doing business with SyriaTel and switch to competitors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4788" y="176113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Why It Matters: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54788" y="2139696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Lost subscription revenue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Wasted customer acquisition costs (5-25x more expensive than retention)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Reduced market share and growth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Negative impact on company reputation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4788" y="339242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Current Challenge: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54788" y="3758184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~15% of customers churn annually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Difficult to identify at-risk customers before they leave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Currently using reactive rather than proactive retention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How We Solved 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Data-Driven Solution: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783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Analyzed: </a:t>
            </a:r>
            <a:r>
              <a:rPr lang="en-US" sz="1600" dirty="0">
                <a:solidFill>
                  <a:srgbClr val="334155"/>
                </a:solidFill>
              </a:rPr>
              <a:t>3,333 customer records with 20+ features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2377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Engineered: </a:t>
            </a:r>
            <a:r>
              <a:rPr lang="en-US" sz="1600" dirty="0">
                <a:solidFill>
                  <a:srgbClr val="334155"/>
                </a:solidFill>
              </a:rPr>
              <a:t>New features to capture behavior patterns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2971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Built: </a:t>
            </a:r>
            <a:r>
              <a:rPr lang="en-US" sz="1600" dirty="0">
                <a:solidFill>
                  <a:srgbClr val="334155"/>
                </a:solidFill>
              </a:rPr>
              <a:t>Three machine learning models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3566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Selected: </a:t>
            </a:r>
            <a:r>
              <a:rPr lang="en-US" sz="1600" dirty="0">
                <a:solidFill>
                  <a:srgbClr val="334155"/>
                </a:solidFill>
              </a:rPr>
              <a:t>Best-performing model for deployment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4160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Identified: </a:t>
            </a:r>
            <a:r>
              <a:rPr lang="en-US" sz="1600" dirty="0">
                <a:solidFill>
                  <a:srgbClr val="334155"/>
                </a:solidFill>
              </a:rPr>
              <a:t>Key drivers of customer churn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Understanding Our Customers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Dataset Overview: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3,333 customer records analyzed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20+ features including: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Usage patterns (minutes, calls)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Service plans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Billing information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Customer service interactions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Key Insight: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0690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34155"/>
                </a:solidFill>
              </a:rPr>
              <a:t>Only 14.5% of customers churn - finding them is like finding a needle in a haystack!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12213777"/>
              </p:ext>
            </p:extLst>
          </p:nvPr>
        </p:nvGraphicFramePr>
        <p:xfrm>
          <a:off x="5029200" y="1371600"/>
          <a:ext cx="3657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Evaluating Different Approaches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Three Models Tested: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16459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Customers Caught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False Alarms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Baseline (Logistic Regression)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85%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24 out of 97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Decision Tree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90%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64 out of 97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28090"/>
                          </a:solidFill>
                        </a:rPr>
                        <a:t>Random Forest ✓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28090"/>
                          </a:solidFill>
                        </a:rPr>
                        <a:t>94%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28090"/>
                          </a:solidFill>
                        </a:rPr>
                        <a:t>57 out of 97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2809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Why Random Forest Wins: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886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Highest accuracy (94%)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Best precision (98% - almost never wrong)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Minimal false alarms (only 1!)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Catches 2.4x more churners than baseline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Our Selected Model Performance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Random Forest Model Results: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4114800" cy="118872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73152" cy="1188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28090"/>
                </a:solidFill>
              </a:rPr>
              <a:t>94%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</a:rPr>
              <a:t>Accuracy </a:t>
            </a:r>
            <a:r>
              <a:rPr lang="en-US" sz="1200" dirty="0">
                <a:solidFill>
                  <a:srgbClr val="64748B"/>
                </a:solidFill>
              </a:rPr>
              <a:t>- Correct predictions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00600" y="1645920"/>
            <a:ext cx="4114800" cy="118872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1645920"/>
            <a:ext cx="73152" cy="1188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74920" y="1783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28090"/>
                </a:solidFill>
              </a:rPr>
              <a:t>98%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07492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</a:rPr>
              <a:t>Precision </a:t>
            </a:r>
            <a:r>
              <a:rPr lang="en-US" sz="1200" dirty="0">
                <a:solidFill>
                  <a:srgbClr val="64748B"/>
                </a:solidFill>
              </a:rPr>
              <a:t>- Prediction reliability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4114800" cy="118872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73152" cy="1188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28090"/>
                </a:solidFill>
              </a:rPr>
              <a:t>59%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73152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</a:rPr>
              <a:t>Recall </a:t>
            </a:r>
            <a:r>
              <a:rPr lang="en-US" sz="1200" dirty="0">
                <a:solidFill>
                  <a:srgbClr val="64748B"/>
                </a:solidFill>
              </a:rPr>
              <a:t>- Churners caught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00600" y="3108960"/>
            <a:ext cx="4114800" cy="118872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0600" y="3108960"/>
            <a:ext cx="73152" cy="1188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74920" y="3246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28090"/>
                </a:solidFill>
              </a:rPr>
              <a:t>1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507492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</a:rPr>
              <a:t>False Alarms </a:t>
            </a:r>
            <a:r>
              <a:rPr lang="en-US" sz="1200" dirty="0">
                <a:solidFill>
                  <a:srgbClr val="64748B"/>
                </a:solidFill>
              </a:rPr>
              <a:t>- Out of 570 customers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34155"/>
                </a:solidFill>
              </a:rPr>
              <a:t>The model provides highly reliable predictions, allowing the retention team to focus on the right customers.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Understanding Model Predictions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How the Model Performs: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9669"/>
                </a:solidFill>
              </a:rPr>
              <a:t>✅ 569 customers correctly identified as staying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9669"/>
                </a:solidFill>
              </a:rPr>
              <a:t>✅ 57 customers correctly identified as leaving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7706"/>
                </a:solidFill>
              </a:rPr>
              <a:t>⚠️ 1 loyal customer mistakenly flagged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2626"/>
                </a:solidFill>
              </a:rPr>
              <a:t>❌ 40 at-risk customers not detected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Confusion Matrix: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0" y="1645920"/>
            <a:ext cx="1828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59669"/>
                </a:solidFill>
              </a:rPr>
              <a:t>569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Correct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No Churn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86600" y="1645920"/>
            <a:ext cx="1828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8660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97706"/>
                </a:solidFill>
              </a:rPr>
              <a:t>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08660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Wrong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Churn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3017520"/>
            <a:ext cx="1828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C2626"/>
                </a:solidFill>
              </a:rPr>
              <a:t>40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029200" y="3657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Missed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Churn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86600" y="3017520"/>
            <a:ext cx="1828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086600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59669"/>
                </a:solidFill>
              </a:rPr>
              <a:t>57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086600" y="3657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Correct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Churn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4343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Predicted 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 rot="16200000">
            <a:off x="4209899" y="2510942"/>
            <a:ext cx="594360" cy="12417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Actual ↓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What Drives Customer Churn?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Top 5 Churn Drivers: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00200"/>
          <a:ext cx="8229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34155"/>
                </a:solidFill>
              </a:rPr>
              <a:t>Key Takeaway: Churn is primarily driven by cost concerns and service quality issues - both actionable!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Three Actions to Reduce Churn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347472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1371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560320" y="15087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Deploy the Model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Score customers monthly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Generate risk rankings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Alert retention team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Impact: Save 57+ customers/month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743200" cy="347472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37560" y="1188720"/>
            <a:ext cx="2743200" cy="1371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118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💰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5440680" y="15087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4068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1188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Address Costs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11880" y="246888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Loyalty discounts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Bill optimization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Review pricing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Impact: Reduce churn 30-40%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188720"/>
            <a:ext cx="2743200" cy="347472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1188720"/>
            <a:ext cx="2743200" cy="1371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922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📞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8321040" y="15087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2104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9224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Improve Service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246888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Flag 3+ service calls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Resolve proactively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First-call resolution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Impact: Reduce churn 25-35%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Roadmap to Success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9144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Phase 1: Month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Deploy model to production • Integrate with CRM • Train retention team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8229600" cy="9144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91440" cy="9144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Phase 2: Months 2-3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Launch pricing review • Improve service quality • Track initial results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91440" cy="914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Phase 3: Month 4+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977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Measure ROI • Refine strategies • Scale programs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Success Metrics: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77440" y="47548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Model accuracy • Customers saved • Revenue protected • Retention ROI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Questions?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8FAFC"/>
                </a:solidFill>
              </a:rPr>
              <a:t>Thank you for your time!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</a:rPr>
              <a:t>Angela Mukami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</a:rPr>
              <a:t>GitHub: github.com/</a:t>
            </a:r>
            <a:r>
              <a:rPr lang="en-US" sz="1400" dirty="0" err="1">
                <a:solidFill>
                  <a:srgbClr val="F8FAFC"/>
                </a:solidFill>
              </a:rPr>
              <a:t>mkxangie</a:t>
            </a:r>
            <a:r>
              <a:rPr lang="en-US" sz="1400" dirty="0">
                <a:solidFill>
                  <a:srgbClr val="F8FAFC"/>
                </a:solidFill>
              </a:rPr>
              <a:t>
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815e170-cc20-431e-a438-b55a5c0a4946}" enabled="1" method="Privileged" siteId="{ef60a5a4-900c-4789-89cd-0c42f28ef541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612</Words>
  <Application>Microsoft Office PowerPoint</Application>
  <PresentationFormat>On-screen Show (16:9)</PresentationFormat>
  <Paragraphs>156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SyriaTel Customer Churn Prediction</dc:title>
  <dc:subject>PptxGenJS Presentation</dc:subject>
  <dc:creator>Angela Mukami</dc:creator>
  <cp:lastModifiedBy>Angela Mukami</cp:lastModifiedBy>
  <cp:revision>2</cp:revision>
  <dcterms:created xsi:type="dcterms:W3CDTF">2026-02-10T09:52:48Z</dcterms:created>
  <dcterms:modified xsi:type="dcterms:W3CDTF">2026-02-10T10:50:29Z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M-KOPA General</vt:lpwstr>
  </property>
</Properties>
</file>